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0312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B2A4A"/>
                </a:solidFill>
              </a:rPr>
              <a:t>Quarterly Business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017520"/>
            <a:ext cx="78638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2E86AB"/>
                </a:solidFill>
              </a:rPr>
              <a:t>Auto-generated by multi-agent GenAI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</a:rPr>
              <a:t>Key Performance Indicators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1840230" cy="1645920"/>
          </a:xfrm>
          <a:prstGeom prst="rect">
            <a:avLst/>
          </a:prstGeom>
          <a:solidFill>
            <a:srgbClr val="F0F4F8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B2A4A"/>
                </a:solidFill>
              </a:rPr>
              <a:t>$12,410,000</a:t>
            </a:r>
          </a:p>
          <a:p>
            <a:pPr algn="ctr"/>
            <a:r>
              <a:rPr sz="1200" b="0">
                <a:solidFill>
                  <a:srgbClr val="2E86AB"/>
                </a:solidFill>
              </a:rPr>
              <a:t>Total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2617470" y="1554480"/>
            <a:ext cx="1840230" cy="1645920"/>
          </a:xfrm>
          <a:prstGeom prst="rect">
            <a:avLst/>
          </a:prstGeom>
          <a:solidFill>
            <a:srgbClr val="F0F4F8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B2A4A"/>
                </a:solidFill>
              </a:rPr>
              <a:t>32,110</a:t>
            </a:r>
          </a:p>
          <a:p>
            <a:pPr algn="ctr"/>
            <a:r>
              <a:rPr sz="1200" b="0">
                <a:solidFill>
                  <a:srgbClr val="2E86AB"/>
                </a:solidFill>
              </a:rPr>
              <a:t>Total Units Sold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4686300" y="1554480"/>
            <a:ext cx="1840230" cy="1645920"/>
          </a:xfrm>
          <a:prstGeom prst="rect">
            <a:avLst/>
          </a:prstGeom>
          <a:solidFill>
            <a:srgbClr val="F0F4F8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B2A4A"/>
                </a:solidFill>
              </a:rPr>
              <a:t>25.8%</a:t>
            </a:r>
          </a:p>
          <a:p>
            <a:pPr algn="ctr"/>
            <a:r>
              <a:rPr sz="1200" b="0">
                <a:solidFill>
                  <a:srgbClr val="2E86AB"/>
                </a:solidFill>
              </a:rPr>
              <a:t>Q1→Q4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6755130" y="1554480"/>
            <a:ext cx="1840230" cy="1645920"/>
          </a:xfrm>
          <a:prstGeom prst="rect">
            <a:avLst/>
          </a:prstGeom>
          <a:solidFill>
            <a:srgbClr val="F0F4F8"/>
          </a:solidFill>
          <a:ln>
            <a:solidFill>
              <a:srgbClr val="D0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B2A4A"/>
                </a:solidFill>
              </a:rPr>
              <a:t>North America</a:t>
            </a:r>
          </a:p>
          <a:p>
            <a:pPr algn="ctr"/>
            <a:r>
              <a:rPr sz="1200" b="0">
                <a:solidFill>
                  <a:srgbClr val="2E86AB"/>
                </a:solidFill>
              </a:rPr>
              <a:t>Top Region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</a:rPr>
              <a:t>Data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</a:rPr>
              <a:t>•  Total revenue across all regions grew from roughly $2.79M in Q1 to $3.51M in Q4.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</a:rPr>
              <a:t>•  APAC had the smallest revenue base but the fastest growth rate.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</a:rPr>
              <a:t>•  Churned customers declined in APAC and EMEA across the year but rose in North America in Q3 before recovering in Q4.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</a:rPr>
              <a:t>Supporting Chart</a:t>
            </a:r>
          </a:p>
        </p:txBody>
      </p:sp>
      <p:pic>
        <p:nvPicPr>
          <p:cNvPr id="3" name="Picture 2" descr="revenu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80160"/>
            <a:ext cx="654304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</a:rPr>
              <a:t>Chart &amp; Document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</a:rPr>
              <a:t>•  The revenue chart shows all three regions trending upward from Q1 to Q4, with North America consistently the largest bar each quarter.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</a:rPr>
              <a:t>•  The gap between North America and the other two regions narrows slightly by Q4 as APAC and EMEA grow faster.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2A4A"/>
                </a:solidFill>
              </a:rPr>
              <a:t>Inferences &amp;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</a:rPr>
              <a:t>•  Revenue grew across all three regions quarter over quarter, with APAC showing the steepest acceleration (+39% Q1-&gt;Q4).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</a:rPr>
              <a:t>•  North America remains the largest revenue base but has the highest customer churn of the three regions, worth flagging to account teams.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5A5A5A"/>
                </a:solidFill>
              </a:rPr>
              <a:t>•  EMEA shows the most stable net customer growth (new minus churned), suggesting retention practices there could be a template for other regions.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